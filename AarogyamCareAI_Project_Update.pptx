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92240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AarogyamCare AI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601200" y="6492240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Project follow-up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</a:rPr>
              <a:t>Demonstration and validation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94360" y="896112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The live development app was checked from the browser and through the API.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3794760" cy="4206240"/>
          </a:xfrm>
          <a:prstGeom prst="roundRect">
            <a:avLst>
              <a:gd name="adj" fmla="val 1446"/>
            </a:avLst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7830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9488"/>
                </a:solidFill>
              </a:rPr>
              <a:t>Validation summary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005840" y="2423160"/>
            <a:ext cx="2926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✓  Frontend served successfully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✓  Express API running on port 3000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✓  Local CORS support added for browser testing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✓  Gemini chat verified with HTTP 200 response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✓  TypeScript production build completes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92040" y="1417320"/>
            <a:ext cx="6355080" cy="4206240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57800" y="17830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563EB"/>
                </a:solidFill>
              </a:rPr>
              <a:t>Current chat experience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5257800" y="2468880"/>
            <a:ext cx="5303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</a:rPr>
              <a:t>• Full-width conversation area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</a:rPr>
              <a:t>• Clear-chat control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</a:rPr>
              <a:t>• Direct message input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</a:rPr>
              <a:t>• Persistent chat state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</a:rPr>
              <a:t>• Friendly error states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</a:rPr>
              <a:t>• Healthcare information disclaimer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257800" y="4617720"/>
            <a:ext cx="3703320" cy="384048"/>
          </a:xfrm>
          <a:prstGeom prst="roundRect">
            <a:avLst>
              <a:gd name="adj" fmla="val 19048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57800" y="4718304"/>
            <a:ext cx="3703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Validated locally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</a:rPr>
              <a:t>Current scope and recommended next steps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94360" y="896112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The chat MVP is working; backend expansion is the primary next delivery area.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1463040"/>
            <a:ext cx="5257800" cy="425196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63040"/>
            <a:ext cx="52578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783080"/>
            <a:ext cx="480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</a:rPr>
              <a:t>Current status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286000"/>
            <a:ext cx="480060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• UI and navigation are complete for planned product areas.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• Gemini-backed chat is live through the Express backend.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• Local session fallback supports product walkthroughs.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• Reports, image analysis, profiles and appointments still need their corresponding backend APIs.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63640" y="1463040"/>
            <a:ext cx="5257800" cy="425196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63640" y="1463040"/>
            <a:ext cx="5257800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783080"/>
            <a:ext cx="480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Recommended next steps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2286000"/>
            <a:ext cx="480060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• Implement secure APIs for auth, health profiles, reports and appointments.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• Add user storage, validation, audit logging and a production CORS policy.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• Enable secure image/report upload and Gemini multimodal analysis.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• Deploy frontend and API with managed environment secrets.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AarogyamCare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AarogyamCare AI — Project Update</dc:title>
  <dc:subject>Manager follow-up</dc:subject>
  <dc:creator>Atharva Mete</dc:creator>
  <cp:lastModifiedBy>Atharva Mete</cp:lastModifiedBy>
  <cp:revision>1</cp:revision>
  <dcterms:created xsi:type="dcterms:W3CDTF">2026-09-03T17:32:30Z</dcterms:created>
  <dcterms:modified xsi:type="dcterms:W3CDTF">2026-09-03T17:32:30Z</dcterms:modified>
</cp:coreProperties>
</file>